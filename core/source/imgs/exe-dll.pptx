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955E-57C3-493D-AA2F-278E0777861B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AD9-685C-457B-BD00-54AFDF7B0E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9374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955E-57C3-493D-AA2F-278E0777861B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AD9-685C-457B-BD00-54AFDF7B0E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291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955E-57C3-493D-AA2F-278E0777861B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AD9-685C-457B-BD00-54AFDF7B0E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4425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955E-57C3-493D-AA2F-278E0777861B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AD9-685C-457B-BD00-54AFDF7B0E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1074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955E-57C3-493D-AA2F-278E0777861B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AD9-685C-457B-BD00-54AFDF7B0E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6811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955E-57C3-493D-AA2F-278E0777861B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AD9-685C-457B-BD00-54AFDF7B0E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5157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955E-57C3-493D-AA2F-278E0777861B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AD9-685C-457B-BD00-54AFDF7B0E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4074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955E-57C3-493D-AA2F-278E0777861B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AD9-685C-457B-BD00-54AFDF7B0E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455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955E-57C3-493D-AA2F-278E0777861B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AD9-685C-457B-BD00-54AFDF7B0E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9204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955E-57C3-493D-AA2F-278E0777861B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AD9-685C-457B-BD00-54AFDF7B0E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1963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955E-57C3-493D-AA2F-278E0777861B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53AD9-685C-457B-BD00-54AFDF7B0E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9354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7955E-57C3-493D-AA2F-278E0777861B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53AD9-685C-457B-BD00-54AFDF7B0E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88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角丸四角形 5"/>
          <p:cNvSpPr/>
          <p:nvPr/>
        </p:nvSpPr>
        <p:spPr>
          <a:xfrm>
            <a:off x="3789408" y="3880023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x64 exe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アプリ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7" name="角丸四角形 6"/>
          <p:cNvSpPr/>
          <p:nvPr/>
        </p:nvSpPr>
        <p:spPr>
          <a:xfrm>
            <a:off x="3484608" y="1816444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x64 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9" name="角丸四角形 8"/>
          <p:cNvSpPr/>
          <p:nvPr/>
        </p:nvSpPr>
        <p:spPr>
          <a:xfrm>
            <a:off x="3637008" y="1968844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x64 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10" name="角丸四角形 9"/>
          <p:cNvSpPr/>
          <p:nvPr/>
        </p:nvSpPr>
        <p:spPr>
          <a:xfrm>
            <a:off x="3789408" y="2121244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x64 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11" name="上下矢印 10"/>
          <p:cNvSpPr/>
          <p:nvPr/>
        </p:nvSpPr>
        <p:spPr>
          <a:xfrm>
            <a:off x="4403124" y="3190104"/>
            <a:ext cx="337752" cy="6096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/>
          </a:p>
        </p:txBody>
      </p:sp>
      <p:sp>
        <p:nvSpPr>
          <p:cNvPr id="12" name="角丸四角形 11"/>
          <p:cNvSpPr/>
          <p:nvPr/>
        </p:nvSpPr>
        <p:spPr>
          <a:xfrm>
            <a:off x="737289" y="3873844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x86 exe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アプリ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13" name="角丸四角形 12"/>
          <p:cNvSpPr/>
          <p:nvPr/>
        </p:nvSpPr>
        <p:spPr>
          <a:xfrm>
            <a:off x="432488" y="1810267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x64 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14" name="角丸四角形 13"/>
          <p:cNvSpPr/>
          <p:nvPr/>
        </p:nvSpPr>
        <p:spPr>
          <a:xfrm>
            <a:off x="584889" y="1962667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x64 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15" name="角丸四角形 14"/>
          <p:cNvSpPr/>
          <p:nvPr/>
        </p:nvSpPr>
        <p:spPr>
          <a:xfrm>
            <a:off x="737289" y="2115067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x86 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16" name="上下矢印 15"/>
          <p:cNvSpPr/>
          <p:nvPr/>
        </p:nvSpPr>
        <p:spPr>
          <a:xfrm>
            <a:off x="1351005" y="3183925"/>
            <a:ext cx="337752" cy="6096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/>
          </a:p>
        </p:txBody>
      </p:sp>
      <p:sp>
        <p:nvSpPr>
          <p:cNvPr id="17" name="角丸四角形 16"/>
          <p:cNvSpPr/>
          <p:nvPr/>
        </p:nvSpPr>
        <p:spPr>
          <a:xfrm>
            <a:off x="7150445" y="3873844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ARM64 exe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アプリ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18" name="角丸四角形 17"/>
          <p:cNvSpPr/>
          <p:nvPr/>
        </p:nvSpPr>
        <p:spPr>
          <a:xfrm>
            <a:off x="6845645" y="1810267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x64 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19" name="角丸四角形 18"/>
          <p:cNvSpPr/>
          <p:nvPr/>
        </p:nvSpPr>
        <p:spPr>
          <a:xfrm>
            <a:off x="6998045" y="1962667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x64 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20" name="角丸四角形 19"/>
          <p:cNvSpPr/>
          <p:nvPr/>
        </p:nvSpPr>
        <p:spPr>
          <a:xfrm>
            <a:off x="7150445" y="2115067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ARM64 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21" name="上下矢印 20"/>
          <p:cNvSpPr/>
          <p:nvPr/>
        </p:nvSpPr>
        <p:spPr>
          <a:xfrm>
            <a:off x="7764163" y="3183925"/>
            <a:ext cx="337752" cy="6096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0696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角丸四角形 5"/>
          <p:cNvSpPr/>
          <p:nvPr/>
        </p:nvSpPr>
        <p:spPr>
          <a:xfrm>
            <a:off x="2953260" y="3867666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x64 exe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アプリ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7" name="角丸四角形 6"/>
          <p:cNvSpPr/>
          <p:nvPr/>
        </p:nvSpPr>
        <p:spPr>
          <a:xfrm>
            <a:off x="2648460" y="1804087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x64 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9" name="角丸四角形 8"/>
          <p:cNvSpPr/>
          <p:nvPr/>
        </p:nvSpPr>
        <p:spPr>
          <a:xfrm>
            <a:off x="2800860" y="1956487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x64 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10" name="角丸四角形 9"/>
          <p:cNvSpPr/>
          <p:nvPr/>
        </p:nvSpPr>
        <p:spPr>
          <a:xfrm>
            <a:off x="2953260" y="2108887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 smtClean="0"/>
              <a:t>x64</a:t>
            </a:r>
          </a:p>
          <a:p>
            <a:pPr algn="ctr"/>
            <a:r>
              <a:rPr lang="en-US" altLang="ja-JP" dirty="0" smtClean="0"/>
              <a:t>DLL</a:t>
            </a:r>
            <a:endParaRPr lang="en-US" altLang="ja-JP" dirty="0"/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11" name="上下矢印 10"/>
          <p:cNvSpPr/>
          <p:nvPr/>
        </p:nvSpPr>
        <p:spPr>
          <a:xfrm>
            <a:off x="3566976" y="3177747"/>
            <a:ext cx="337752" cy="6096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/>
          </a:p>
        </p:txBody>
      </p:sp>
      <p:sp>
        <p:nvSpPr>
          <p:cNvPr id="12" name="角丸四角形 11"/>
          <p:cNvSpPr/>
          <p:nvPr/>
        </p:nvSpPr>
        <p:spPr>
          <a:xfrm>
            <a:off x="601368" y="3873844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x86 exe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アプリ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13" name="角丸四角形 12"/>
          <p:cNvSpPr/>
          <p:nvPr/>
        </p:nvSpPr>
        <p:spPr>
          <a:xfrm>
            <a:off x="296567" y="1810267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x64 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14" name="角丸四角形 13"/>
          <p:cNvSpPr/>
          <p:nvPr/>
        </p:nvSpPr>
        <p:spPr>
          <a:xfrm>
            <a:off x="448968" y="1962667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x64 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15" name="角丸四角形 14"/>
          <p:cNvSpPr/>
          <p:nvPr/>
        </p:nvSpPr>
        <p:spPr>
          <a:xfrm>
            <a:off x="601368" y="2115067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x86 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16" name="上下矢印 15"/>
          <p:cNvSpPr/>
          <p:nvPr/>
        </p:nvSpPr>
        <p:spPr>
          <a:xfrm>
            <a:off x="1215084" y="3183925"/>
            <a:ext cx="337752" cy="609600"/>
          </a:xfrm>
          <a:prstGeom prst="upDown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/>
          </a:p>
        </p:txBody>
      </p:sp>
      <p:sp>
        <p:nvSpPr>
          <p:cNvPr id="17" name="角丸四角形 16"/>
          <p:cNvSpPr/>
          <p:nvPr/>
        </p:nvSpPr>
        <p:spPr>
          <a:xfrm>
            <a:off x="7403750" y="3873844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ARM64 exe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アプリ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18" name="角丸四角形 17"/>
          <p:cNvSpPr/>
          <p:nvPr/>
        </p:nvSpPr>
        <p:spPr>
          <a:xfrm>
            <a:off x="7098950" y="1810267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x64 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19" name="角丸四角形 18"/>
          <p:cNvSpPr/>
          <p:nvPr/>
        </p:nvSpPr>
        <p:spPr>
          <a:xfrm>
            <a:off x="7251350" y="1962667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x64 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20" name="角丸四角形 19"/>
          <p:cNvSpPr/>
          <p:nvPr/>
        </p:nvSpPr>
        <p:spPr>
          <a:xfrm>
            <a:off x="7403750" y="2115067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ARM64 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21" name="上下矢印 20"/>
          <p:cNvSpPr/>
          <p:nvPr/>
        </p:nvSpPr>
        <p:spPr>
          <a:xfrm>
            <a:off x="8017468" y="3183925"/>
            <a:ext cx="337752" cy="609600"/>
          </a:xfrm>
          <a:prstGeom prst="upDown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/>
          </a:p>
        </p:txBody>
      </p:sp>
      <p:sp>
        <p:nvSpPr>
          <p:cNvPr id="22" name="角丸四角形 21"/>
          <p:cNvSpPr/>
          <p:nvPr/>
        </p:nvSpPr>
        <p:spPr>
          <a:xfrm>
            <a:off x="5152752" y="3867666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 smtClean="0"/>
              <a:t>ARM64EC </a:t>
            </a:r>
            <a:r>
              <a:rPr lang="en-US" altLang="ja-JP" dirty="0"/>
              <a:t>exe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アプリ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23" name="角丸四角形 22"/>
          <p:cNvSpPr/>
          <p:nvPr/>
        </p:nvSpPr>
        <p:spPr>
          <a:xfrm>
            <a:off x="4847952" y="1804087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 smtClean="0"/>
              <a:t>x64 DLL</a:t>
            </a:r>
          </a:p>
          <a:p>
            <a:pPr algn="ctr"/>
            <a:r>
              <a:rPr lang="en-US" altLang="ja-JP" dirty="0" smtClean="0"/>
              <a:t>(</a:t>
            </a:r>
            <a:r>
              <a:rPr lang="ja-JP" altLang="en-US" dirty="0" smtClean="0"/>
              <a:t>拡張</a:t>
            </a:r>
            <a:r>
              <a:rPr lang="en-US" altLang="ja-JP" dirty="0" smtClean="0"/>
              <a:t>)</a:t>
            </a:r>
            <a:endParaRPr lang="ja-JP" altLang="en-US" dirty="0"/>
          </a:p>
        </p:txBody>
      </p:sp>
      <p:sp>
        <p:nvSpPr>
          <p:cNvPr id="24" name="角丸四角形 23"/>
          <p:cNvSpPr/>
          <p:nvPr/>
        </p:nvSpPr>
        <p:spPr>
          <a:xfrm>
            <a:off x="5000352" y="1956487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/>
              <a:t>x64 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25" name="角丸四角形 24"/>
          <p:cNvSpPr/>
          <p:nvPr/>
        </p:nvSpPr>
        <p:spPr>
          <a:xfrm>
            <a:off x="5152752" y="2108887"/>
            <a:ext cx="1565189" cy="9885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dirty="0" smtClean="0"/>
              <a:t>ARM64EC </a:t>
            </a:r>
            <a:r>
              <a:rPr lang="en-US" altLang="ja-JP" dirty="0"/>
              <a:t>DLL</a:t>
            </a:r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拡張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26" name="上下矢印 25"/>
          <p:cNvSpPr/>
          <p:nvPr/>
        </p:nvSpPr>
        <p:spPr>
          <a:xfrm>
            <a:off x="5766468" y="3177747"/>
            <a:ext cx="337752" cy="6096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/>
          </a:p>
        </p:txBody>
      </p:sp>
      <p:sp>
        <p:nvSpPr>
          <p:cNvPr id="2" name="左右矢印 1"/>
          <p:cNvSpPr/>
          <p:nvPr/>
        </p:nvSpPr>
        <p:spPr>
          <a:xfrm rot="19482960">
            <a:off x="4315600" y="3326028"/>
            <a:ext cx="939103" cy="31303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左右矢印 26"/>
          <p:cNvSpPr/>
          <p:nvPr/>
        </p:nvSpPr>
        <p:spPr>
          <a:xfrm rot="2117040" flipV="1">
            <a:off x="4315601" y="3326029"/>
            <a:ext cx="939103" cy="31303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6693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円/楕円 1"/>
          <p:cNvSpPr/>
          <p:nvPr/>
        </p:nvSpPr>
        <p:spPr>
          <a:xfrm>
            <a:off x="543697" y="1544596"/>
            <a:ext cx="3896498" cy="268553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400" dirty="0" smtClean="0"/>
              <a:t>x64</a:t>
            </a:r>
          </a:p>
          <a:p>
            <a:pPr algn="ctr"/>
            <a:endParaRPr lang="en-US" altLang="ja-JP" sz="4400" dirty="0"/>
          </a:p>
          <a:p>
            <a:pPr algn="ctr"/>
            <a:endParaRPr kumimoji="1" lang="ja-JP" altLang="en-US" sz="4400" dirty="0"/>
          </a:p>
        </p:txBody>
      </p:sp>
      <p:sp>
        <p:nvSpPr>
          <p:cNvPr id="3" name="円/楕円 2"/>
          <p:cNvSpPr/>
          <p:nvPr/>
        </p:nvSpPr>
        <p:spPr>
          <a:xfrm>
            <a:off x="4905632" y="1544596"/>
            <a:ext cx="3896498" cy="268553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400" dirty="0" smtClean="0"/>
              <a:t>ARM64</a:t>
            </a:r>
          </a:p>
          <a:p>
            <a:pPr algn="ctr"/>
            <a:endParaRPr lang="en-US" altLang="ja-JP" sz="4400" dirty="0"/>
          </a:p>
          <a:p>
            <a:pPr algn="ctr"/>
            <a:endParaRPr kumimoji="1" lang="ja-JP" altLang="en-US" sz="4400" dirty="0"/>
          </a:p>
        </p:txBody>
      </p:sp>
      <p:sp>
        <p:nvSpPr>
          <p:cNvPr id="4" name="円/楕円 3"/>
          <p:cNvSpPr/>
          <p:nvPr/>
        </p:nvSpPr>
        <p:spPr>
          <a:xfrm>
            <a:off x="1548714" y="2767914"/>
            <a:ext cx="2397210" cy="107092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ARM64EC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072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円/楕円 1"/>
          <p:cNvSpPr/>
          <p:nvPr/>
        </p:nvSpPr>
        <p:spPr>
          <a:xfrm>
            <a:off x="543697" y="1544596"/>
            <a:ext cx="3896498" cy="268553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dirty="0" smtClean="0"/>
              <a:t>ARM64</a:t>
            </a:r>
            <a:endParaRPr lang="en-US" altLang="ja-JP" sz="4400" dirty="0"/>
          </a:p>
          <a:p>
            <a:pPr algn="ctr"/>
            <a:endParaRPr kumimoji="1" lang="ja-JP" altLang="en-US" sz="4400" dirty="0"/>
          </a:p>
        </p:txBody>
      </p:sp>
      <p:sp>
        <p:nvSpPr>
          <p:cNvPr id="3" name="円/楕円 2"/>
          <p:cNvSpPr/>
          <p:nvPr/>
        </p:nvSpPr>
        <p:spPr>
          <a:xfrm>
            <a:off x="4905632" y="1544596"/>
            <a:ext cx="3896498" cy="268553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dirty="0" smtClean="0"/>
              <a:t>ARM64EC</a:t>
            </a:r>
          </a:p>
          <a:p>
            <a:pPr algn="ctr"/>
            <a:endParaRPr kumimoji="1" lang="ja-JP" altLang="en-US" sz="4400" dirty="0"/>
          </a:p>
        </p:txBody>
      </p:sp>
      <p:sp>
        <p:nvSpPr>
          <p:cNvPr id="5" name="正方形/長方形 4"/>
          <p:cNvSpPr/>
          <p:nvPr/>
        </p:nvSpPr>
        <p:spPr>
          <a:xfrm>
            <a:off x="304800" y="873211"/>
            <a:ext cx="8756822" cy="412715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fontAlgn="t"/>
            <a:r>
              <a:rPr kumimoji="1" lang="en-US" altLang="ja-JP" sz="3600" dirty="0" smtClean="0"/>
              <a:t>Arm64X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004202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146</Words>
  <Application>Microsoft Office PowerPoint</Application>
  <PresentationFormat>画面に合わせる (4:3)</PresentationFormat>
  <Paragraphs>63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account</dc:creator>
  <cp:lastModifiedBy>Microsoft account</cp:lastModifiedBy>
  <cp:revision>7</cp:revision>
  <dcterms:created xsi:type="dcterms:W3CDTF">2026-02-14T01:05:15Z</dcterms:created>
  <dcterms:modified xsi:type="dcterms:W3CDTF">2026-02-14T01:45:21Z</dcterms:modified>
</cp:coreProperties>
</file>